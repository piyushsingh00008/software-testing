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500" y="571500"/>
            <a:ext cx="5974080" cy="147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4259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Software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Testing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–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Bug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Report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Guide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950">
                <a:latin typeface="Arial MT"/>
                <a:cs typeface="Arial MT"/>
              </a:rPr>
              <a:t>Bug Reporting </a:t>
            </a:r>
            <a:r>
              <a:rPr dirty="0" sz="950" spc="-10">
                <a:latin typeface="Arial MT"/>
                <a:cs typeface="Arial MT"/>
              </a:rPr>
              <a:t>Portfolio</a:t>
            </a:r>
            <a:endParaRPr sz="950">
              <a:latin typeface="Arial MT"/>
              <a:cs typeface="Arial MT"/>
            </a:endParaRPr>
          </a:p>
          <a:p>
            <a:pPr marL="12700" marR="5080">
              <a:lnSpc>
                <a:spcPct val="122800"/>
              </a:lnSpc>
              <a:spcBef>
                <a:spcPts val="600"/>
              </a:spcBef>
            </a:pPr>
            <a:r>
              <a:rPr dirty="0" sz="950">
                <a:latin typeface="Arial MT"/>
                <a:cs typeface="Arial MT"/>
              </a:rPr>
              <a:t>This document demonstrates defect identification, reproducibility, severity/priority classification and </a:t>
            </a:r>
            <a:r>
              <a:rPr dirty="0" sz="950" spc="-10">
                <a:latin typeface="Arial MT"/>
                <a:cs typeface="Arial MT"/>
              </a:rPr>
              <a:t>professional reporting.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Arial"/>
                <a:cs typeface="Arial"/>
              </a:rPr>
              <a:t>Bug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Report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Template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8960" y="2181859"/>
          <a:ext cx="6558280" cy="2971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/>
                <a:gridCol w="5207000"/>
              </a:tblGrid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Field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Example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b="1">
                          <a:latin typeface="Arial"/>
                          <a:cs typeface="Arial"/>
                        </a:rPr>
                        <a:t>Bug </a:t>
                      </a:r>
                      <a:r>
                        <a:rPr dirty="0" sz="800" spc="-25" b="1">
                          <a:latin typeface="Arial"/>
                          <a:cs typeface="Arial"/>
                        </a:rPr>
                        <a:t>ID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BUG-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001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Title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Checkout</a:t>
                      </a:r>
                      <a:r>
                        <a:rPr dirty="0" sz="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accepts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invalid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email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format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Module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Checkout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Severity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>
                          <a:latin typeface="Arial MT"/>
                          <a:cs typeface="Arial MT"/>
                        </a:rPr>
                        <a:t>Medium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Priority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20">
                          <a:latin typeface="Arial MT"/>
                          <a:cs typeface="Arial MT"/>
                        </a:rPr>
                        <a:t>High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Environment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Chrome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Windows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11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Precondition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User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least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one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product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cart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Steps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1.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Open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cart</a:t>
                      </a:r>
                      <a:r>
                        <a:rPr dirty="0" sz="800" spc="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2.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Click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Checkout</a:t>
                      </a:r>
                      <a:r>
                        <a:rPr dirty="0" sz="800" spc="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3.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Enter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abc@</a:t>
                      </a:r>
                      <a:r>
                        <a:rPr dirty="0" sz="800" spc="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4.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Click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Place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Order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Expected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should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reject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invalid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email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show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validation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message.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Actual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Order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submission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proceeds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without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email-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format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validation.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Status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20">
                          <a:latin typeface="Arial MT"/>
                          <a:cs typeface="Arial MT"/>
                        </a:rPr>
                        <a:t>Open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Evidence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Screenshot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screen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recording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attached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real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project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71500" y="5270499"/>
            <a:ext cx="609473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Arial"/>
                <a:cs typeface="Arial"/>
              </a:rPr>
              <a:t>Severity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vs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Priority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2800"/>
              </a:lnSpc>
              <a:spcBef>
                <a:spcPts val="940"/>
              </a:spcBef>
            </a:pPr>
            <a:r>
              <a:rPr dirty="0" sz="950" b="1">
                <a:latin typeface="Arial"/>
                <a:cs typeface="Arial"/>
              </a:rPr>
              <a:t>Severity </a:t>
            </a:r>
            <a:r>
              <a:rPr dirty="0" sz="950">
                <a:latin typeface="Arial MT"/>
                <a:cs typeface="Arial MT"/>
              </a:rPr>
              <a:t>describes the technical/business impact of a defect. </a:t>
            </a:r>
            <a:r>
              <a:rPr dirty="0" sz="950" b="1">
                <a:latin typeface="Arial"/>
                <a:cs typeface="Arial"/>
              </a:rPr>
              <a:t>Priority </a:t>
            </a:r>
            <a:r>
              <a:rPr dirty="0" sz="950">
                <a:latin typeface="Arial MT"/>
                <a:cs typeface="Arial MT"/>
              </a:rPr>
              <a:t>describes how urgently it should be fixed. </a:t>
            </a:r>
            <a:r>
              <a:rPr dirty="0" sz="950" spc="-50">
                <a:latin typeface="Arial MT"/>
                <a:cs typeface="Arial MT"/>
              </a:rPr>
              <a:t>A </a:t>
            </a:r>
            <a:r>
              <a:rPr dirty="0" sz="950">
                <a:latin typeface="Arial MT"/>
                <a:cs typeface="Arial MT"/>
              </a:rPr>
              <a:t>low-severity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issue can still have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high priority when it affects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 important user </a:t>
            </a:r>
            <a:r>
              <a:rPr dirty="0" sz="950" spc="-10">
                <a:latin typeface="Arial MT"/>
                <a:cs typeface="Arial MT"/>
              </a:rPr>
              <a:t>journey.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(anonymous)</dc:creator>
  <dc:subject>(unspecified)</dc:subject>
  <dc:title>(anonymous)</dc:title>
  <dcterms:created xsi:type="dcterms:W3CDTF">2026-09-29T12:11:32Z</dcterms:created>
  <dcterms:modified xsi:type="dcterms:W3CDTF">2026-09-29T12:11:32Z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2026-09-29T00:00:00Z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2026-09-29T00:00:00Z</vt:filetime>
  </property>
  <property fmtid="{D5CDD505-2E9C-101B-9397-08002B2CF9AE}" pid="6" name="Producer">
    <vt:lpwstr>ReportLab PDF Library - (opensource)</vt:lpwstr>
  </property>
</Properties>
</file>